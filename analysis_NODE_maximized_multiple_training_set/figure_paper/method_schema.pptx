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901C-52E6-688F-4482-359374C3B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AA375-C093-37A9-DB8A-18263C415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3E7DA-9507-A2A9-64CB-156758F0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F4E49-681F-4102-5045-55ACECAA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0E1C5-5B5D-DB3E-6CBD-A3BCBF59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7162-E750-6705-69A4-29169B6B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88D00-0608-487E-BFD8-81614BC5A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84C91-A4D2-FFC6-91EC-40281C06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E629-DA9A-480A-9B76-DBE14E75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5A7BF-D3EB-54E8-5F35-675FDED9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7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11DE-04D0-9B5C-38CF-828BCD4A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87626-5C37-FEA6-4C81-6660FAAAD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1C33-9420-16AE-527E-74ABF433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FB5D1-9EBE-92DC-B3D2-5977DE15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1089-8D08-36CD-595D-5025ED09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1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EFB9-14CE-D8E8-64DF-AEAE1378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F67DC-E6CC-E122-1049-47F0F4BB9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295BD-6251-365A-7D19-52735F537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24C9C-8E15-150E-A0ED-1CE7B07C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26D37-4007-2BB7-1AE8-58B8B904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26456-8134-4334-09C1-8930CFD1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8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2A81-8034-7341-6C66-34DEADADA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BABA-BE6C-4032-711F-8722DA3B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57096-BB3F-C131-3D60-2AF858D96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C4BA2-9053-95AA-1DA9-486CA85E9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45314-B03B-17EA-2542-BAE70DCE1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D3096-3C94-8A75-2EC3-DCB9D1C0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DEAC5-D977-6AFA-F866-A555A9A5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03FDD-4EA6-7A37-6A20-4A22C864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8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52879-0EFE-471D-CFE6-56744913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DEFE9-B19C-21C4-19FF-CECE1B006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8E05E-C25E-5F4F-6906-8DF2C7F2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083E0-E11D-4E67-5AF5-D309240B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6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0BF60-7BF1-58AC-F4DC-97599846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BDF3F-6711-EB9F-FECB-843E972E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5F411-15E4-77CC-B1EA-6B071895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C845-3F66-2AF7-1C95-7A74264A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3E38-95D5-0128-0BDD-F17EE4557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4D9DC-7C85-359B-E76B-D992456A8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DD2BA-8805-3FC0-422F-2F5F6D2C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0A751-D8EA-89A1-CA75-E2D08ECF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CED42-5549-564A-06E9-A3F84F46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1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5605-93C8-4F45-12C0-10CD92DE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C2EB1-AE70-DC5F-3176-2C63F85EA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91063-B864-C996-E3BC-63E324802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BA137-FC3A-37D1-8497-7172B762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A24F8-97A4-31D3-2585-738883EE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DD954-654B-C832-7D01-70C2F881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5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D916-D8D0-1076-477E-17FF2A83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909EA-7220-9FFD-A731-B1BD98A1E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B686D-1DDB-C4C1-36D5-AF4055E5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77FA-3CFB-ACD1-49D1-62CA87DA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72F6-E630-630A-8FFD-89E82B03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C5FFD-590D-435E-EFC5-0B8D4549C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1DD3B-A57C-3805-4591-8C04A7AC7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83340-29CA-2673-A028-4AC78237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BD8A-EAE8-9D50-F7F1-9993643A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325AD-4C10-825A-2758-1CEFED24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158C8-AD08-CA42-34BE-C523A1C6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ECF39-94E7-0B84-FECB-FEE51B28A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96DF9-C49E-DE7D-5144-2CC32C113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7C47A-BECA-4A9A-A1A7-E4341A42DBC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5A0D4-9524-EF5A-4A6E-75880A644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EC9CE-5504-9A39-7819-BDF964081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C9C7C-99DC-41EF-A67D-0C46CB2E2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5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3F7479-D5B2-FF4D-C5F9-FD332AE14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1486918"/>
            <a:ext cx="5486400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7D6B86-0816-4904-9DD9-0885EE2CE9B2}"/>
              </a:ext>
            </a:extLst>
          </p:cNvPr>
          <p:cNvSpPr/>
          <p:nvPr/>
        </p:nvSpPr>
        <p:spPr>
          <a:xfrm>
            <a:off x="1070555" y="1394691"/>
            <a:ext cx="5127045" cy="336809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51B2FF-6C61-77FA-E4FC-48E496E312D5}"/>
              </a:ext>
            </a:extLst>
          </p:cNvPr>
          <p:cNvSpPr/>
          <p:nvPr/>
        </p:nvSpPr>
        <p:spPr>
          <a:xfrm>
            <a:off x="3048000" y="3322320"/>
            <a:ext cx="82296" cy="822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26543-0ECF-238F-5EE6-E72124BF5DDC}"/>
                  </a:ext>
                </a:extLst>
              </p:cNvPr>
              <p:cNvSpPr txBox="1"/>
              <p:nvPr/>
            </p:nvSpPr>
            <p:spPr>
              <a:xfrm>
                <a:off x="2962293" y="3494218"/>
                <a:ext cx="23609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26543-0ECF-238F-5EE6-E72124BF5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93" y="3494218"/>
                <a:ext cx="236090" cy="246221"/>
              </a:xfrm>
              <a:prstGeom prst="rect">
                <a:avLst/>
              </a:prstGeom>
              <a:blipFill>
                <a:blip r:embed="rId4"/>
                <a:stretch>
                  <a:fillRect l="-23077" r="-5128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712BB5-9561-8F46-2F6B-711648A2C24A}"/>
              </a:ext>
            </a:extLst>
          </p:cNvPr>
          <p:cNvCxnSpPr>
            <a:cxnSpLocks/>
            <a:stCxn id="9" idx="2"/>
          </p:cNvCxnSpPr>
          <p:nvPr/>
        </p:nvCxnSpPr>
        <p:spPr>
          <a:xfrm flipH="1" flipV="1">
            <a:off x="2914650" y="3343275"/>
            <a:ext cx="133350" cy="201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B7FEEC-BF06-DAE5-408B-8D62225629AD}"/>
              </a:ext>
            </a:extLst>
          </p:cNvPr>
          <p:cNvCxnSpPr>
            <a:cxnSpLocks/>
          </p:cNvCxnSpPr>
          <p:nvPr/>
        </p:nvCxnSpPr>
        <p:spPr>
          <a:xfrm flipV="1">
            <a:off x="2767013" y="3343275"/>
            <a:ext cx="147637" cy="161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730D4D-C704-7B6D-2D5C-55AF64F6443B}"/>
              </a:ext>
            </a:extLst>
          </p:cNvPr>
          <p:cNvCxnSpPr>
            <a:cxnSpLocks/>
          </p:cNvCxnSpPr>
          <p:nvPr/>
        </p:nvCxnSpPr>
        <p:spPr>
          <a:xfrm>
            <a:off x="2633662" y="3322320"/>
            <a:ext cx="138113" cy="371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90CACC-089F-A447-7CE1-673D4F436B85}"/>
              </a:ext>
            </a:extLst>
          </p:cNvPr>
          <p:cNvCxnSpPr>
            <a:cxnSpLocks/>
          </p:cNvCxnSpPr>
          <p:nvPr/>
        </p:nvCxnSpPr>
        <p:spPr>
          <a:xfrm>
            <a:off x="2505075" y="3315718"/>
            <a:ext cx="133349" cy="66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841818-0C53-186B-947E-522E3D66AF27}"/>
              </a:ext>
            </a:extLst>
          </p:cNvPr>
          <p:cNvCxnSpPr>
            <a:cxnSpLocks/>
          </p:cNvCxnSpPr>
          <p:nvPr/>
        </p:nvCxnSpPr>
        <p:spPr>
          <a:xfrm>
            <a:off x="2352675" y="3269479"/>
            <a:ext cx="161925" cy="438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361A91-470F-ECFC-79C8-338548A9C9F1}"/>
              </a:ext>
            </a:extLst>
          </p:cNvPr>
          <p:cNvCxnSpPr>
            <a:cxnSpLocks/>
          </p:cNvCxnSpPr>
          <p:nvPr/>
        </p:nvCxnSpPr>
        <p:spPr>
          <a:xfrm>
            <a:off x="2187575" y="3238500"/>
            <a:ext cx="171450" cy="320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E4D4AB-35F4-DBE7-4DDC-B18FB67A408E}"/>
              </a:ext>
            </a:extLst>
          </p:cNvPr>
          <p:cNvCxnSpPr>
            <a:cxnSpLocks/>
          </p:cNvCxnSpPr>
          <p:nvPr/>
        </p:nvCxnSpPr>
        <p:spPr>
          <a:xfrm>
            <a:off x="2025650" y="3178175"/>
            <a:ext cx="161925" cy="60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CB946A-0C30-683C-885E-33FEFEBE4D72}"/>
              </a:ext>
            </a:extLst>
          </p:cNvPr>
          <p:cNvCxnSpPr>
            <a:cxnSpLocks/>
          </p:cNvCxnSpPr>
          <p:nvPr/>
        </p:nvCxnSpPr>
        <p:spPr>
          <a:xfrm>
            <a:off x="1841500" y="3178175"/>
            <a:ext cx="193675" cy="6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D246ED-3FA4-E614-65B3-C991DEA45323}"/>
              </a:ext>
            </a:extLst>
          </p:cNvPr>
          <p:cNvCxnSpPr>
            <a:cxnSpLocks/>
          </p:cNvCxnSpPr>
          <p:nvPr/>
        </p:nvCxnSpPr>
        <p:spPr>
          <a:xfrm>
            <a:off x="1692275" y="3121025"/>
            <a:ext cx="165100" cy="60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93CE31-0D80-0522-F88E-D6553ACE7F5E}"/>
              </a:ext>
            </a:extLst>
          </p:cNvPr>
          <p:cNvCxnSpPr>
            <a:cxnSpLocks/>
          </p:cNvCxnSpPr>
          <p:nvPr/>
        </p:nvCxnSpPr>
        <p:spPr>
          <a:xfrm>
            <a:off x="1536700" y="3085031"/>
            <a:ext cx="168275" cy="391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40B9823-B33B-5270-649C-145EAB07C579}"/>
              </a:ext>
            </a:extLst>
          </p:cNvPr>
          <p:cNvCxnSpPr>
            <a:cxnSpLocks/>
          </p:cNvCxnSpPr>
          <p:nvPr/>
        </p:nvCxnSpPr>
        <p:spPr>
          <a:xfrm>
            <a:off x="1384300" y="3018356"/>
            <a:ext cx="165100" cy="704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D7D7E9-1942-54F6-5638-A9BF308D42CA}"/>
              </a:ext>
            </a:extLst>
          </p:cNvPr>
          <p:cNvCxnSpPr>
            <a:cxnSpLocks/>
          </p:cNvCxnSpPr>
          <p:nvPr/>
        </p:nvCxnSpPr>
        <p:spPr>
          <a:xfrm>
            <a:off x="1250950" y="2962200"/>
            <a:ext cx="165100" cy="704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AEE6258-9183-3ECD-E7B7-8A981A2FDBAE}"/>
              </a:ext>
            </a:extLst>
          </p:cNvPr>
          <p:cNvSpPr/>
          <p:nvPr/>
        </p:nvSpPr>
        <p:spPr>
          <a:xfrm>
            <a:off x="1204722" y="2912966"/>
            <a:ext cx="82296" cy="822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75AD31-2EAF-0EBA-F2C3-760311487B14}"/>
                  </a:ext>
                </a:extLst>
              </p:cNvPr>
              <p:cNvSpPr txBox="1"/>
              <p:nvPr/>
            </p:nvSpPr>
            <p:spPr>
              <a:xfrm>
                <a:off x="1331437" y="2736734"/>
                <a:ext cx="2408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75AD31-2EAF-0EBA-F2C3-760311487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437" y="2736734"/>
                <a:ext cx="240835" cy="246221"/>
              </a:xfrm>
              <a:prstGeom prst="rect">
                <a:avLst/>
              </a:prstGeom>
              <a:blipFill>
                <a:blip r:embed="rId5"/>
                <a:stretch>
                  <a:fillRect l="-225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5A76CF1-3653-8935-6261-E0EDD03AD60D}"/>
              </a:ext>
            </a:extLst>
          </p:cNvPr>
          <p:cNvCxnSpPr>
            <a:cxnSpLocks/>
          </p:cNvCxnSpPr>
          <p:nvPr/>
        </p:nvCxnSpPr>
        <p:spPr>
          <a:xfrm flipH="1">
            <a:off x="3132897" y="3294282"/>
            <a:ext cx="158181" cy="751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04369B-E265-6901-944A-33308B51EE4E}"/>
              </a:ext>
            </a:extLst>
          </p:cNvPr>
          <p:cNvCxnSpPr>
            <a:cxnSpLocks/>
          </p:cNvCxnSpPr>
          <p:nvPr/>
        </p:nvCxnSpPr>
        <p:spPr>
          <a:xfrm flipH="1">
            <a:off x="3291078" y="3249766"/>
            <a:ext cx="161739" cy="440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9C47CB1-14FD-F4A9-0F5F-6EFB9A005760}"/>
              </a:ext>
            </a:extLst>
          </p:cNvPr>
          <p:cNvCxnSpPr>
            <a:cxnSpLocks/>
          </p:cNvCxnSpPr>
          <p:nvPr/>
        </p:nvCxnSpPr>
        <p:spPr>
          <a:xfrm flipH="1">
            <a:off x="3435342" y="3153569"/>
            <a:ext cx="189209" cy="1033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760A5F-223C-46C6-53DB-805920773EFF}"/>
              </a:ext>
            </a:extLst>
          </p:cNvPr>
          <p:cNvCxnSpPr>
            <a:cxnSpLocks/>
          </p:cNvCxnSpPr>
          <p:nvPr/>
        </p:nvCxnSpPr>
        <p:spPr>
          <a:xfrm flipH="1">
            <a:off x="3624551" y="3081121"/>
            <a:ext cx="164996" cy="72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ACBDCDD-2CB9-F73A-9A37-A7A6C8D616CC}"/>
              </a:ext>
            </a:extLst>
          </p:cNvPr>
          <p:cNvCxnSpPr>
            <a:cxnSpLocks/>
          </p:cNvCxnSpPr>
          <p:nvPr/>
        </p:nvCxnSpPr>
        <p:spPr>
          <a:xfrm flipH="1">
            <a:off x="3789547" y="2982955"/>
            <a:ext cx="153803" cy="981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1DDC99-C52E-403D-24A8-0C9037DC288F}"/>
              </a:ext>
            </a:extLst>
          </p:cNvPr>
          <p:cNvCxnSpPr>
            <a:cxnSpLocks/>
          </p:cNvCxnSpPr>
          <p:nvPr/>
        </p:nvCxnSpPr>
        <p:spPr>
          <a:xfrm flipH="1">
            <a:off x="3940969" y="2940844"/>
            <a:ext cx="192881" cy="420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17D12D1-B5EA-B07F-D230-904E08BFAB3D}"/>
              </a:ext>
            </a:extLst>
          </p:cNvPr>
          <p:cNvCxnSpPr>
            <a:cxnSpLocks/>
          </p:cNvCxnSpPr>
          <p:nvPr/>
        </p:nvCxnSpPr>
        <p:spPr>
          <a:xfrm flipH="1">
            <a:off x="4131469" y="2828925"/>
            <a:ext cx="180975" cy="1118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5A98D0F-02C3-3816-C767-58CCFC6F0FF2}"/>
              </a:ext>
            </a:extLst>
          </p:cNvPr>
          <p:cNvCxnSpPr>
            <a:cxnSpLocks/>
          </p:cNvCxnSpPr>
          <p:nvPr/>
        </p:nvCxnSpPr>
        <p:spPr>
          <a:xfrm flipH="1">
            <a:off x="4312444" y="2774156"/>
            <a:ext cx="190500" cy="547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AAD13CE-1757-B733-DA4E-1F41D95C94B5}"/>
              </a:ext>
            </a:extLst>
          </p:cNvPr>
          <p:cNvCxnSpPr>
            <a:cxnSpLocks/>
          </p:cNvCxnSpPr>
          <p:nvPr/>
        </p:nvCxnSpPr>
        <p:spPr>
          <a:xfrm flipH="1">
            <a:off x="4502944" y="2674144"/>
            <a:ext cx="200025" cy="999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CB677A0-9699-7E63-CE7E-6B99F66B78A6}"/>
              </a:ext>
            </a:extLst>
          </p:cNvPr>
          <p:cNvCxnSpPr>
            <a:cxnSpLocks/>
          </p:cNvCxnSpPr>
          <p:nvPr/>
        </p:nvCxnSpPr>
        <p:spPr>
          <a:xfrm flipH="1">
            <a:off x="4702969" y="2619375"/>
            <a:ext cx="221456" cy="54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F2B2C92-7100-A2EA-4B25-48054BDE18E6}"/>
              </a:ext>
            </a:extLst>
          </p:cNvPr>
          <p:cNvCxnSpPr>
            <a:cxnSpLocks/>
          </p:cNvCxnSpPr>
          <p:nvPr/>
        </p:nvCxnSpPr>
        <p:spPr>
          <a:xfrm flipH="1">
            <a:off x="4924425" y="2488406"/>
            <a:ext cx="226219" cy="1309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B654B83-CD8B-3D24-9227-8606B6F2BC72}"/>
              </a:ext>
            </a:extLst>
          </p:cNvPr>
          <p:cNvCxnSpPr>
            <a:cxnSpLocks/>
          </p:cNvCxnSpPr>
          <p:nvPr/>
        </p:nvCxnSpPr>
        <p:spPr>
          <a:xfrm flipH="1">
            <a:off x="5138737" y="2407444"/>
            <a:ext cx="226219" cy="833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2F85B01-4F3B-E08A-1ABB-CA1E6940BB91}"/>
              </a:ext>
            </a:extLst>
          </p:cNvPr>
          <p:cNvCxnSpPr>
            <a:cxnSpLocks/>
          </p:cNvCxnSpPr>
          <p:nvPr/>
        </p:nvCxnSpPr>
        <p:spPr>
          <a:xfrm flipH="1">
            <a:off x="5362575" y="2235993"/>
            <a:ext cx="152400" cy="1762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536863F-D7FA-B9DA-BB3A-C53AF8F1A3F3}"/>
              </a:ext>
            </a:extLst>
          </p:cNvPr>
          <p:cNvCxnSpPr>
            <a:cxnSpLocks/>
          </p:cNvCxnSpPr>
          <p:nvPr/>
        </p:nvCxnSpPr>
        <p:spPr>
          <a:xfrm>
            <a:off x="5400675" y="2133601"/>
            <a:ext cx="113506" cy="111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55B2030-C048-4DF5-3FF6-855F310FA688}"/>
              </a:ext>
            </a:extLst>
          </p:cNvPr>
          <p:cNvCxnSpPr>
            <a:cxnSpLocks/>
          </p:cNvCxnSpPr>
          <p:nvPr/>
        </p:nvCxnSpPr>
        <p:spPr>
          <a:xfrm>
            <a:off x="5251846" y="2025716"/>
            <a:ext cx="148035" cy="111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D555491-CF05-B3CA-1693-22591DE3134D}"/>
              </a:ext>
            </a:extLst>
          </p:cNvPr>
          <p:cNvCxnSpPr>
            <a:cxnSpLocks/>
          </p:cNvCxnSpPr>
          <p:nvPr/>
        </p:nvCxnSpPr>
        <p:spPr>
          <a:xfrm>
            <a:off x="5037534" y="1927357"/>
            <a:ext cx="222248" cy="10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1141C30-BD87-145B-C8D5-68EF0CF68C57}"/>
                  </a:ext>
                </a:extLst>
              </p:cNvPr>
              <p:cNvSpPr txBox="1"/>
              <p:nvPr/>
            </p:nvSpPr>
            <p:spPr>
              <a:xfrm>
                <a:off x="4767763" y="1689048"/>
                <a:ext cx="2408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1141C30-BD87-145B-C8D5-68EF0CF6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763" y="1689048"/>
                <a:ext cx="240835" cy="246221"/>
              </a:xfrm>
              <a:prstGeom prst="rect">
                <a:avLst/>
              </a:prstGeom>
              <a:blipFill>
                <a:blip r:embed="rId6"/>
                <a:stretch>
                  <a:fillRect l="-225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Oval 84">
            <a:extLst>
              <a:ext uri="{FF2B5EF4-FFF2-40B4-BE49-F238E27FC236}">
                <a16:creationId xmlns:a16="http://schemas.microsoft.com/office/drawing/2014/main" id="{8A67C12E-3406-DEFE-40B8-157B15B01003}"/>
              </a:ext>
            </a:extLst>
          </p:cNvPr>
          <p:cNvSpPr/>
          <p:nvPr/>
        </p:nvSpPr>
        <p:spPr>
          <a:xfrm>
            <a:off x="5012417" y="1883272"/>
            <a:ext cx="82296" cy="822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56E33B7-921C-C86A-EF98-0BA5769595D9}"/>
              </a:ext>
            </a:extLst>
          </p:cNvPr>
          <p:cNvCxnSpPr>
            <a:cxnSpLocks/>
            <a:endCxn id="9" idx="5"/>
          </p:cNvCxnSpPr>
          <p:nvPr/>
        </p:nvCxnSpPr>
        <p:spPr>
          <a:xfrm flipH="1" flipV="1">
            <a:off x="3118244" y="3392564"/>
            <a:ext cx="205981" cy="1708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09312FF-0919-D863-BA3C-203A605078E5}"/>
              </a:ext>
            </a:extLst>
          </p:cNvPr>
          <p:cNvCxnSpPr>
            <a:cxnSpLocks/>
          </p:cNvCxnSpPr>
          <p:nvPr/>
        </p:nvCxnSpPr>
        <p:spPr>
          <a:xfrm flipH="1" flipV="1">
            <a:off x="3324070" y="3563419"/>
            <a:ext cx="128747" cy="158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00A9797-8D22-ED94-9AFD-C844B36881C9}"/>
              </a:ext>
            </a:extLst>
          </p:cNvPr>
          <p:cNvCxnSpPr>
            <a:cxnSpLocks/>
          </p:cNvCxnSpPr>
          <p:nvPr/>
        </p:nvCxnSpPr>
        <p:spPr>
          <a:xfrm flipH="1" flipV="1">
            <a:off x="3450436" y="3719513"/>
            <a:ext cx="171734" cy="114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64F8ABA-5A7E-81A2-1A2C-CA961EE0A530}"/>
              </a:ext>
            </a:extLst>
          </p:cNvPr>
          <p:cNvCxnSpPr>
            <a:cxnSpLocks/>
          </p:cNvCxnSpPr>
          <p:nvPr/>
        </p:nvCxnSpPr>
        <p:spPr>
          <a:xfrm flipH="1" flipV="1">
            <a:off x="3622170" y="3834177"/>
            <a:ext cx="126366" cy="1560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F4E7955-7132-22B9-013E-D32136BC32AA}"/>
              </a:ext>
            </a:extLst>
          </p:cNvPr>
          <p:cNvCxnSpPr>
            <a:cxnSpLocks/>
          </p:cNvCxnSpPr>
          <p:nvPr/>
        </p:nvCxnSpPr>
        <p:spPr>
          <a:xfrm flipH="1" flipV="1">
            <a:off x="3746155" y="3987890"/>
            <a:ext cx="192433" cy="922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4CC44A3-74FC-7FA8-AFFC-2EF5862E7D88}"/>
              </a:ext>
            </a:extLst>
          </p:cNvPr>
          <p:cNvCxnSpPr>
            <a:cxnSpLocks/>
          </p:cNvCxnSpPr>
          <p:nvPr/>
        </p:nvCxnSpPr>
        <p:spPr>
          <a:xfrm flipH="1" flipV="1">
            <a:off x="3938588" y="4079323"/>
            <a:ext cx="214312" cy="370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C950EB1-4AEE-4CB7-D17B-5091A9A5DC18}"/>
              </a:ext>
            </a:extLst>
          </p:cNvPr>
          <p:cNvCxnSpPr>
            <a:cxnSpLocks/>
          </p:cNvCxnSpPr>
          <p:nvPr/>
        </p:nvCxnSpPr>
        <p:spPr>
          <a:xfrm flipH="1" flipV="1">
            <a:off x="4143374" y="4111625"/>
            <a:ext cx="173831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9BA3A2C-7F8E-CB73-FDF6-1CAFA2C5776C}"/>
              </a:ext>
            </a:extLst>
          </p:cNvPr>
          <p:cNvCxnSpPr>
            <a:cxnSpLocks/>
          </p:cNvCxnSpPr>
          <p:nvPr/>
        </p:nvCxnSpPr>
        <p:spPr>
          <a:xfrm flipH="1" flipV="1">
            <a:off x="4312444" y="4260850"/>
            <a:ext cx="209547" cy="60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798A58-9B15-F401-14C3-0EC18B412575}"/>
              </a:ext>
            </a:extLst>
          </p:cNvPr>
          <p:cNvCxnSpPr>
            <a:cxnSpLocks/>
          </p:cNvCxnSpPr>
          <p:nvPr/>
        </p:nvCxnSpPr>
        <p:spPr>
          <a:xfrm flipH="1" flipV="1">
            <a:off x="4506119" y="4314825"/>
            <a:ext cx="200025" cy="954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858E0C8-E8E4-F86E-8311-4A67644419C2}"/>
                  </a:ext>
                </a:extLst>
              </p:cNvPr>
              <p:cNvSpPr txBox="1"/>
              <p:nvPr/>
            </p:nvSpPr>
            <p:spPr>
              <a:xfrm>
                <a:off x="4767763" y="4321175"/>
                <a:ext cx="2408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858E0C8-E8E4-F86E-8311-4A6764441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763" y="4321175"/>
                <a:ext cx="240835" cy="246221"/>
              </a:xfrm>
              <a:prstGeom prst="rect">
                <a:avLst/>
              </a:prstGeom>
              <a:blipFill>
                <a:blip r:embed="rId7"/>
                <a:stretch>
                  <a:fillRect l="-225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Oval 111">
            <a:extLst>
              <a:ext uri="{FF2B5EF4-FFF2-40B4-BE49-F238E27FC236}">
                <a16:creationId xmlns:a16="http://schemas.microsoft.com/office/drawing/2014/main" id="{CAF84004-B1E5-186B-4AFF-A603AC326024}"/>
              </a:ext>
            </a:extLst>
          </p:cNvPr>
          <p:cNvSpPr/>
          <p:nvPr/>
        </p:nvSpPr>
        <p:spPr>
          <a:xfrm>
            <a:off x="4658035" y="4356887"/>
            <a:ext cx="82296" cy="822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469FE91-8F38-73EB-7F0F-A0058EC723B8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2784317" y="3392564"/>
            <a:ext cx="275735" cy="2360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E380393-0C0C-91EC-FD4A-D304F2FFDC83}"/>
              </a:ext>
            </a:extLst>
          </p:cNvPr>
          <p:cNvCxnSpPr>
            <a:cxnSpLocks/>
          </p:cNvCxnSpPr>
          <p:nvPr/>
        </p:nvCxnSpPr>
        <p:spPr>
          <a:xfrm flipV="1">
            <a:off x="2581258" y="3628580"/>
            <a:ext cx="203059" cy="21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B99630B-84EE-B9C8-2AFC-AF17C2FE0BD0}"/>
              </a:ext>
            </a:extLst>
          </p:cNvPr>
          <p:cNvCxnSpPr>
            <a:cxnSpLocks/>
          </p:cNvCxnSpPr>
          <p:nvPr/>
        </p:nvCxnSpPr>
        <p:spPr>
          <a:xfrm flipV="1">
            <a:off x="2352675" y="3832822"/>
            <a:ext cx="237174" cy="1062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E314159-0951-2C26-B62E-CA6C74B8E19D}"/>
              </a:ext>
            </a:extLst>
          </p:cNvPr>
          <p:cNvCxnSpPr>
            <a:cxnSpLocks/>
          </p:cNvCxnSpPr>
          <p:nvPr/>
        </p:nvCxnSpPr>
        <p:spPr>
          <a:xfrm flipV="1">
            <a:off x="2138363" y="3935884"/>
            <a:ext cx="220662" cy="48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6F7E046-6F9E-113C-BABC-26A4C3344FF7}"/>
              </a:ext>
            </a:extLst>
          </p:cNvPr>
          <p:cNvCxnSpPr>
            <a:cxnSpLocks/>
          </p:cNvCxnSpPr>
          <p:nvPr/>
        </p:nvCxnSpPr>
        <p:spPr>
          <a:xfrm flipV="1">
            <a:off x="1945136" y="3978483"/>
            <a:ext cx="210688" cy="1299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B800553-D596-43AF-36A3-15ECA00CF3CB}"/>
              </a:ext>
            </a:extLst>
          </p:cNvPr>
          <p:cNvCxnSpPr>
            <a:cxnSpLocks/>
          </p:cNvCxnSpPr>
          <p:nvPr/>
        </p:nvCxnSpPr>
        <p:spPr>
          <a:xfrm flipV="1">
            <a:off x="1812925" y="4104363"/>
            <a:ext cx="135162" cy="1866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93B64608-1EB3-9BE2-85FD-CCCFEDB9A616}"/>
              </a:ext>
            </a:extLst>
          </p:cNvPr>
          <p:cNvSpPr/>
          <p:nvPr/>
        </p:nvSpPr>
        <p:spPr>
          <a:xfrm>
            <a:off x="1744666" y="4261485"/>
            <a:ext cx="82296" cy="822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3A9EAE3-9926-2DA5-97E3-760893AA68E5}"/>
                  </a:ext>
                </a:extLst>
              </p:cNvPr>
              <p:cNvSpPr txBox="1"/>
              <p:nvPr/>
            </p:nvSpPr>
            <p:spPr>
              <a:xfrm>
                <a:off x="1846647" y="4260128"/>
                <a:ext cx="2408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3A9EAE3-9926-2DA5-97E3-760893AA6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647" y="4260128"/>
                <a:ext cx="240835" cy="246221"/>
              </a:xfrm>
              <a:prstGeom prst="rect">
                <a:avLst/>
              </a:prstGeom>
              <a:blipFill>
                <a:blip r:embed="rId8"/>
                <a:stretch>
                  <a:fillRect l="-23077" r="-769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41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5165-7228-086C-B4C6-DC2A6A0F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42A0808C-7B26-E89F-8E8F-17F2C9BEC12B}"/>
              </a:ext>
            </a:extLst>
          </p:cNvPr>
          <p:cNvGrpSpPr/>
          <p:nvPr/>
        </p:nvGrpSpPr>
        <p:grpSpPr>
          <a:xfrm>
            <a:off x="425450" y="1174662"/>
            <a:ext cx="14084300" cy="4952070"/>
            <a:chOff x="444500" y="279312"/>
            <a:chExt cx="14084300" cy="4952070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906C912-113F-0FF7-7826-6274829EA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00" y="1486918"/>
              <a:ext cx="5486400" cy="36576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8E20DE-B8A6-206A-1A55-4DFB4B9A4364}"/>
                </a:ext>
              </a:extLst>
            </p:cNvPr>
            <p:cNvSpPr/>
            <p:nvPr/>
          </p:nvSpPr>
          <p:spPr>
            <a:xfrm>
              <a:off x="1070555" y="1555750"/>
              <a:ext cx="5069049" cy="319434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CA807D1-95F6-2AE7-BFD3-DE03C604489A}"/>
                </a:ext>
              </a:extLst>
            </p:cNvPr>
            <p:cNvSpPr/>
            <p:nvPr/>
          </p:nvSpPr>
          <p:spPr>
            <a:xfrm>
              <a:off x="3048000" y="3322320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34F276-24D0-9BAD-218A-7F0028A70E89}"/>
                    </a:ext>
                  </a:extLst>
                </p:cNvPr>
                <p:cNvSpPr txBox="1"/>
                <p:nvPr/>
              </p:nvSpPr>
              <p:spPr>
                <a:xfrm>
                  <a:off x="2962293" y="3494218"/>
                  <a:ext cx="23609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34F276-24D0-9BAD-218A-7F0028A70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293" y="3494218"/>
                  <a:ext cx="236090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23077" r="-5128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4E24912-7A42-F4DB-5D51-4C64198FF701}"/>
                </a:ext>
              </a:extLst>
            </p:cNvPr>
            <p:cNvSpPr/>
            <p:nvPr/>
          </p:nvSpPr>
          <p:spPr>
            <a:xfrm>
              <a:off x="1204722" y="2912966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5A1BAC-1133-6D5B-D25D-8849A408CA41}"/>
                    </a:ext>
                  </a:extLst>
                </p:cNvPr>
                <p:cNvSpPr txBox="1"/>
                <p:nvPr/>
              </p:nvSpPr>
              <p:spPr>
                <a:xfrm>
                  <a:off x="1331437" y="2736734"/>
                  <a:ext cx="24083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5A1BAC-1133-6D5B-D25D-8849A408C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1437" y="2736734"/>
                  <a:ext cx="240835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22500" r="-5000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CEC45942-925F-784C-AF6B-7304C1781E32}"/>
                    </a:ext>
                  </a:extLst>
                </p:cNvPr>
                <p:cNvSpPr txBox="1"/>
                <p:nvPr/>
              </p:nvSpPr>
              <p:spPr>
                <a:xfrm>
                  <a:off x="4767763" y="1689048"/>
                  <a:ext cx="24083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CEC45942-925F-784C-AF6B-7304C1781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7763" y="1689048"/>
                  <a:ext cx="240835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3077" r="-7692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57B720F-9485-926C-62EC-7DD60C05F76B}"/>
                </a:ext>
              </a:extLst>
            </p:cNvPr>
            <p:cNvSpPr/>
            <p:nvPr/>
          </p:nvSpPr>
          <p:spPr>
            <a:xfrm>
              <a:off x="5012417" y="1883272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E30DDD3-A1C9-97C2-EBAA-958EE2D6EE37}"/>
                    </a:ext>
                  </a:extLst>
                </p:cNvPr>
                <p:cNvSpPr txBox="1"/>
                <p:nvPr/>
              </p:nvSpPr>
              <p:spPr>
                <a:xfrm>
                  <a:off x="4767763" y="4321175"/>
                  <a:ext cx="24083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E30DDD3-A1C9-97C2-EBAA-958EE2D6E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7763" y="4321175"/>
                  <a:ext cx="240835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23077" r="-7692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4EC03-6B3E-A41C-27DB-61A50E3CC7DC}"/>
                </a:ext>
              </a:extLst>
            </p:cNvPr>
            <p:cNvSpPr/>
            <p:nvPr/>
          </p:nvSpPr>
          <p:spPr>
            <a:xfrm>
              <a:off x="4658035" y="4356887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0F78AA7-56C8-3D00-BA8F-8F1C719676D2}"/>
                </a:ext>
              </a:extLst>
            </p:cNvPr>
            <p:cNvSpPr/>
            <p:nvPr/>
          </p:nvSpPr>
          <p:spPr>
            <a:xfrm>
              <a:off x="1744666" y="4261485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CE88BFC1-71BF-F770-11FC-C5FF1A87A436}"/>
                    </a:ext>
                  </a:extLst>
                </p:cNvPr>
                <p:cNvSpPr txBox="1"/>
                <p:nvPr/>
              </p:nvSpPr>
              <p:spPr>
                <a:xfrm>
                  <a:off x="1846647" y="4260128"/>
                  <a:ext cx="24083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CE88BFC1-71BF-F770-11FC-C5FF1A87A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6647" y="4260128"/>
                  <a:ext cx="240835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23077" r="-7692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F8B5CF58-454C-29D6-0D21-573153B4FAB1}"/>
                </a:ext>
              </a:extLst>
            </p:cNvPr>
            <p:cNvSpPr/>
            <p:nvPr/>
          </p:nvSpPr>
          <p:spPr>
            <a:xfrm>
              <a:off x="3105150" y="1936750"/>
              <a:ext cx="2445116" cy="1409700"/>
            </a:xfrm>
            <a:custGeom>
              <a:avLst/>
              <a:gdLst>
                <a:gd name="connsiteX0" fmla="*/ 0 w 2445116"/>
                <a:gd name="connsiteY0" fmla="*/ 1409700 h 1409700"/>
                <a:gd name="connsiteX1" fmla="*/ 349250 w 2445116"/>
                <a:gd name="connsiteY1" fmla="*/ 1289050 h 1409700"/>
                <a:gd name="connsiteX2" fmla="*/ 781050 w 2445116"/>
                <a:gd name="connsiteY2" fmla="*/ 1079500 h 1409700"/>
                <a:gd name="connsiteX3" fmla="*/ 1136650 w 2445116"/>
                <a:gd name="connsiteY3" fmla="*/ 920750 h 1409700"/>
                <a:gd name="connsiteX4" fmla="*/ 1758950 w 2445116"/>
                <a:gd name="connsiteY4" fmla="*/ 704850 h 1409700"/>
                <a:gd name="connsiteX5" fmla="*/ 2089150 w 2445116"/>
                <a:gd name="connsiteY5" fmla="*/ 533400 h 1409700"/>
                <a:gd name="connsiteX6" fmla="*/ 2444750 w 2445116"/>
                <a:gd name="connsiteY6" fmla="*/ 279400 h 1409700"/>
                <a:gd name="connsiteX7" fmla="*/ 2152650 w 2445116"/>
                <a:gd name="connsiteY7" fmla="*/ 107950 h 1409700"/>
                <a:gd name="connsiteX8" fmla="*/ 1955800 w 2445116"/>
                <a:gd name="connsiteY8" fmla="*/ 0 h 140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5116" h="1409700" extrusionOk="0">
                  <a:moveTo>
                    <a:pt x="0" y="1409700"/>
                  </a:moveTo>
                  <a:cubicBezTo>
                    <a:pt x="92069" y="1366117"/>
                    <a:pt x="198199" y="1351918"/>
                    <a:pt x="349250" y="1289050"/>
                  </a:cubicBezTo>
                  <a:cubicBezTo>
                    <a:pt x="487932" y="1235808"/>
                    <a:pt x="618015" y="1141894"/>
                    <a:pt x="781050" y="1079500"/>
                  </a:cubicBezTo>
                  <a:cubicBezTo>
                    <a:pt x="902652" y="1027522"/>
                    <a:pt x="971297" y="996293"/>
                    <a:pt x="1136650" y="920750"/>
                  </a:cubicBezTo>
                  <a:cubicBezTo>
                    <a:pt x="1293145" y="854758"/>
                    <a:pt x="1638588" y="787750"/>
                    <a:pt x="1758950" y="704850"/>
                  </a:cubicBezTo>
                  <a:cubicBezTo>
                    <a:pt x="1930652" y="641828"/>
                    <a:pt x="1980572" y="592533"/>
                    <a:pt x="2089150" y="533400"/>
                  </a:cubicBezTo>
                  <a:cubicBezTo>
                    <a:pt x="2187468" y="460045"/>
                    <a:pt x="2421929" y="361830"/>
                    <a:pt x="2444750" y="279400"/>
                  </a:cubicBezTo>
                  <a:cubicBezTo>
                    <a:pt x="2454186" y="197552"/>
                    <a:pt x="2225999" y="165833"/>
                    <a:pt x="2152650" y="107950"/>
                  </a:cubicBezTo>
                  <a:cubicBezTo>
                    <a:pt x="2072271" y="62006"/>
                    <a:pt x="1969258" y="1240"/>
                    <a:pt x="1955800" y="0"/>
                  </a:cubicBezTo>
                </a:path>
              </a:pathLst>
            </a:custGeom>
            <a:noFill/>
            <a:ln w="6350"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445116"/>
                        <a:gd name="connsiteY0" fmla="*/ 1409700 h 1409700"/>
                        <a:gd name="connsiteX1" fmla="*/ 349250 w 2445116"/>
                        <a:gd name="connsiteY1" fmla="*/ 1289050 h 1409700"/>
                        <a:gd name="connsiteX2" fmla="*/ 781050 w 2445116"/>
                        <a:gd name="connsiteY2" fmla="*/ 1079500 h 1409700"/>
                        <a:gd name="connsiteX3" fmla="*/ 1136650 w 2445116"/>
                        <a:gd name="connsiteY3" fmla="*/ 920750 h 1409700"/>
                        <a:gd name="connsiteX4" fmla="*/ 1758950 w 2445116"/>
                        <a:gd name="connsiteY4" fmla="*/ 704850 h 1409700"/>
                        <a:gd name="connsiteX5" fmla="*/ 2089150 w 2445116"/>
                        <a:gd name="connsiteY5" fmla="*/ 533400 h 1409700"/>
                        <a:gd name="connsiteX6" fmla="*/ 2444750 w 2445116"/>
                        <a:gd name="connsiteY6" fmla="*/ 279400 h 1409700"/>
                        <a:gd name="connsiteX7" fmla="*/ 2152650 w 2445116"/>
                        <a:gd name="connsiteY7" fmla="*/ 107950 h 1409700"/>
                        <a:gd name="connsiteX8" fmla="*/ 1955800 w 2445116"/>
                        <a:gd name="connsiteY8" fmla="*/ 0 h 1409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445116" h="1409700">
                          <a:moveTo>
                            <a:pt x="0" y="1409700"/>
                          </a:moveTo>
                          <a:cubicBezTo>
                            <a:pt x="109537" y="1376891"/>
                            <a:pt x="219075" y="1344083"/>
                            <a:pt x="349250" y="1289050"/>
                          </a:cubicBezTo>
                          <a:cubicBezTo>
                            <a:pt x="479425" y="1234017"/>
                            <a:pt x="649817" y="1140883"/>
                            <a:pt x="781050" y="1079500"/>
                          </a:cubicBezTo>
                          <a:cubicBezTo>
                            <a:pt x="912283" y="1018117"/>
                            <a:pt x="973667" y="983192"/>
                            <a:pt x="1136650" y="920750"/>
                          </a:cubicBezTo>
                          <a:cubicBezTo>
                            <a:pt x="1299633" y="858308"/>
                            <a:pt x="1600200" y="769408"/>
                            <a:pt x="1758950" y="704850"/>
                          </a:cubicBezTo>
                          <a:cubicBezTo>
                            <a:pt x="1917700" y="640292"/>
                            <a:pt x="1974850" y="604308"/>
                            <a:pt x="2089150" y="533400"/>
                          </a:cubicBezTo>
                          <a:cubicBezTo>
                            <a:pt x="2203450" y="462492"/>
                            <a:pt x="2434167" y="350308"/>
                            <a:pt x="2444750" y="279400"/>
                          </a:cubicBezTo>
                          <a:cubicBezTo>
                            <a:pt x="2455333" y="208492"/>
                            <a:pt x="2234142" y="154517"/>
                            <a:pt x="2152650" y="107950"/>
                          </a:cubicBezTo>
                          <a:cubicBezTo>
                            <a:pt x="2071158" y="61383"/>
                            <a:pt x="1968500" y="1058"/>
                            <a:pt x="1955800" y="0"/>
                          </a:cubicBez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58C4CBB-5E20-7BBA-4BC3-C06E87BBADA0}"/>
                </a:ext>
              </a:extLst>
            </p:cNvPr>
            <p:cNvSpPr/>
            <p:nvPr/>
          </p:nvSpPr>
          <p:spPr>
            <a:xfrm>
              <a:off x="1257300" y="2956560"/>
              <a:ext cx="1828800" cy="500303"/>
            </a:xfrm>
            <a:custGeom>
              <a:avLst/>
              <a:gdLst>
                <a:gd name="connsiteX0" fmla="*/ 1828800 w 1828800"/>
                <a:gd name="connsiteY0" fmla="*/ 403860 h 500303"/>
                <a:gd name="connsiteX1" fmla="*/ 1463040 w 1828800"/>
                <a:gd name="connsiteY1" fmla="*/ 373380 h 500303"/>
                <a:gd name="connsiteX2" fmla="*/ 1165860 w 1828800"/>
                <a:gd name="connsiteY2" fmla="*/ 495300 h 500303"/>
                <a:gd name="connsiteX3" fmla="*/ 716280 w 1828800"/>
                <a:gd name="connsiteY3" fmla="*/ 449580 h 500303"/>
                <a:gd name="connsiteX4" fmla="*/ 441960 w 1828800"/>
                <a:gd name="connsiteY4" fmla="*/ 205740 h 500303"/>
                <a:gd name="connsiteX5" fmla="*/ 289560 w 1828800"/>
                <a:gd name="connsiteY5" fmla="*/ 68580 h 500303"/>
                <a:gd name="connsiteX6" fmla="*/ 0 w 1828800"/>
                <a:gd name="connsiteY6" fmla="*/ 0 h 500303"/>
                <a:gd name="connsiteX7" fmla="*/ 0 w 1828800"/>
                <a:gd name="connsiteY7" fmla="*/ 0 h 50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8800" h="500303">
                  <a:moveTo>
                    <a:pt x="1828800" y="403860"/>
                  </a:moveTo>
                  <a:cubicBezTo>
                    <a:pt x="1701165" y="381000"/>
                    <a:pt x="1573530" y="358140"/>
                    <a:pt x="1463040" y="373380"/>
                  </a:cubicBezTo>
                  <a:cubicBezTo>
                    <a:pt x="1352550" y="388620"/>
                    <a:pt x="1290320" y="482600"/>
                    <a:pt x="1165860" y="495300"/>
                  </a:cubicBezTo>
                  <a:cubicBezTo>
                    <a:pt x="1041400" y="508000"/>
                    <a:pt x="836930" y="497840"/>
                    <a:pt x="716280" y="449580"/>
                  </a:cubicBezTo>
                  <a:cubicBezTo>
                    <a:pt x="595630" y="401320"/>
                    <a:pt x="441960" y="205740"/>
                    <a:pt x="441960" y="205740"/>
                  </a:cubicBezTo>
                  <a:cubicBezTo>
                    <a:pt x="370840" y="142240"/>
                    <a:pt x="363220" y="102870"/>
                    <a:pt x="289560" y="68580"/>
                  </a:cubicBezTo>
                  <a:cubicBezTo>
                    <a:pt x="215900" y="34290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E0D1E9-EB2A-0761-A051-67B68DAE3170}"/>
                </a:ext>
              </a:extLst>
            </p:cNvPr>
            <p:cNvSpPr/>
            <p:nvPr/>
          </p:nvSpPr>
          <p:spPr>
            <a:xfrm>
              <a:off x="3093720" y="3368040"/>
              <a:ext cx="1623774" cy="1021080"/>
            </a:xfrm>
            <a:custGeom>
              <a:avLst/>
              <a:gdLst>
                <a:gd name="connsiteX0" fmla="*/ 0 w 1623774"/>
                <a:gd name="connsiteY0" fmla="*/ 0 h 1021080"/>
                <a:gd name="connsiteX1" fmla="*/ 144780 w 1623774"/>
                <a:gd name="connsiteY1" fmla="*/ 281940 h 1021080"/>
                <a:gd name="connsiteX2" fmla="*/ 373380 w 1623774"/>
                <a:gd name="connsiteY2" fmla="*/ 541020 h 1021080"/>
                <a:gd name="connsiteX3" fmla="*/ 982980 w 1623774"/>
                <a:gd name="connsiteY3" fmla="*/ 586740 h 1021080"/>
                <a:gd name="connsiteX4" fmla="*/ 1325880 w 1623774"/>
                <a:gd name="connsiteY4" fmla="*/ 815340 h 1021080"/>
                <a:gd name="connsiteX5" fmla="*/ 1592580 w 1623774"/>
                <a:gd name="connsiteY5" fmla="*/ 876300 h 1021080"/>
                <a:gd name="connsiteX6" fmla="*/ 1607820 w 1623774"/>
                <a:gd name="connsiteY6" fmla="*/ 1021080 h 102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3774" h="1021080">
                  <a:moveTo>
                    <a:pt x="0" y="0"/>
                  </a:moveTo>
                  <a:cubicBezTo>
                    <a:pt x="41275" y="95885"/>
                    <a:pt x="82550" y="191770"/>
                    <a:pt x="144780" y="281940"/>
                  </a:cubicBezTo>
                  <a:cubicBezTo>
                    <a:pt x="207010" y="372110"/>
                    <a:pt x="233680" y="490220"/>
                    <a:pt x="373380" y="541020"/>
                  </a:cubicBezTo>
                  <a:cubicBezTo>
                    <a:pt x="513080" y="591820"/>
                    <a:pt x="824230" y="541020"/>
                    <a:pt x="982980" y="586740"/>
                  </a:cubicBezTo>
                  <a:cubicBezTo>
                    <a:pt x="1141730" y="632460"/>
                    <a:pt x="1224280" y="767080"/>
                    <a:pt x="1325880" y="815340"/>
                  </a:cubicBezTo>
                  <a:cubicBezTo>
                    <a:pt x="1427480" y="863600"/>
                    <a:pt x="1545590" y="842010"/>
                    <a:pt x="1592580" y="876300"/>
                  </a:cubicBezTo>
                  <a:cubicBezTo>
                    <a:pt x="1639570" y="910590"/>
                    <a:pt x="1623695" y="965835"/>
                    <a:pt x="1607820" y="1021080"/>
                  </a:cubicBezTo>
                </a:path>
              </a:pathLst>
            </a:cu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FA46D2-BBD1-C909-D181-54846745884A}"/>
                </a:ext>
              </a:extLst>
            </p:cNvPr>
            <p:cNvSpPr/>
            <p:nvPr/>
          </p:nvSpPr>
          <p:spPr>
            <a:xfrm>
              <a:off x="1790700" y="3375660"/>
              <a:ext cx="1257300" cy="906780"/>
            </a:xfrm>
            <a:custGeom>
              <a:avLst/>
              <a:gdLst>
                <a:gd name="connsiteX0" fmla="*/ 1257300 w 1257300"/>
                <a:gd name="connsiteY0" fmla="*/ 0 h 906780"/>
                <a:gd name="connsiteX1" fmla="*/ 815340 w 1257300"/>
                <a:gd name="connsiteY1" fmla="*/ 160020 h 906780"/>
                <a:gd name="connsiteX2" fmla="*/ 586740 w 1257300"/>
                <a:gd name="connsiteY2" fmla="*/ 487680 h 906780"/>
                <a:gd name="connsiteX3" fmla="*/ 403860 w 1257300"/>
                <a:gd name="connsiteY3" fmla="*/ 548640 h 906780"/>
                <a:gd name="connsiteX4" fmla="*/ 121920 w 1257300"/>
                <a:gd name="connsiteY4" fmla="*/ 723900 h 906780"/>
                <a:gd name="connsiteX5" fmla="*/ 0 w 1257300"/>
                <a:gd name="connsiteY5" fmla="*/ 906780 h 906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7300" h="906780">
                  <a:moveTo>
                    <a:pt x="1257300" y="0"/>
                  </a:moveTo>
                  <a:cubicBezTo>
                    <a:pt x="1092200" y="39370"/>
                    <a:pt x="927100" y="78740"/>
                    <a:pt x="815340" y="160020"/>
                  </a:cubicBezTo>
                  <a:cubicBezTo>
                    <a:pt x="703580" y="241300"/>
                    <a:pt x="655320" y="422910"/>
                    <a:pt x="586740" y="487680"/>
                  </a:cubicBezTo>
                  <a:cubicBezTo>
                    <a:pt x="518160" y="552450"/>
                    <a:pt x="481330" y="509270"/>
                    <a:pt x="403860" y="548640"/>
                  </a:cubicBezTo>
                  <a:cubicBezTo>
                    <a:pt x="326390" y="588010"/>
                    <a:pt x="189230" y="664210"/>
                    <a:pt x="121920" y="723900"/>
                  </a:cubicBezTo>
                  <a:cubicBezTo>
                    <a:pt x="54610" y="783590"/>
                    <a:pt x="27305" y="845185"/>
                    <a:pt x="0" y="906780"/>
                  </a:cubicBezTo>
                </a:path>
              </a:pathLst>
            </a:cu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2F26E5E-EB4B-CECA-78A0-144E4E18D89C}"/>
                </a:ext>
              </a:extLst>
            </p:cNvPr>
            <p:cNvSpPr/>
            <p:nvPr/>
          </p:nvSpPr>
          <p:spPr>
            <a:xfrm>
              <a:off x="444500" y="508000"/>
              <a:ext cx="14084300" cy="4723382"/>
            </a:xfrm>
            <a:prstGeom prst="roundRect">
              <a:avLst>
                <a:gd name="adj" fmla="val 5374"/>
              </a:avLst>
            </a:prstGeom>
            <a:noFill/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3FDDCD7-8BA9-705E-E2D0-6DFCC308F89E}"/>
                </a:ext>
              </a:extLst>
            </p:cNvPr>
            <p:cNvSpPr/>
            <p:nvPr/>
          </p:nvSpPr>
          <p:spPr>
            <a:xfrm>
              <a:off x="1070555" y="279312"/>
              <a:ext cx="5025445" cy="44635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65B81D6-39B6-9CE0-6E37-0DBBE5EA6314}"/>
                </a:ext>
              </a:extLst>
            </p:cNvPr>
            <p:cNvSpPr/>
            <p:nvPr/>
          </p:nvSpPr>
          <p:spPr>
            <a:xfrm>
              <a:off x="8813926" y="279312"/>
              <a:ext cx="5025445" cy="44635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18A6D8-A72B-F35D-54B6-5E0AE3122BB3}"/>
                </a:ext>
              </a:extLst>
            </p:cNvPr>
            <p:cNvSpPr txBox="1"/>
            <p:nvPr/>
          </p:nvSpPr>
          <p:spPr>
            <a:xfrm>
              <a:off x="1070555" y="333469"/>
              <a:ext cx="5025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MOD ensemble training process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2F78F0-9DE2-C1F6-6073-FCDD5F128985}"/>
                </a:ext>
              </a:extLst>
            </p:cNvPr>
            <p:cNvSpPr txBox="1"/>
            <p:nvPr/>
          </p:nvSpPr>
          <p:spPr>
            <a:xfrm>
              <a:off x="8813926" y="333469"/>
              <a:ext cx="5025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Single step of model training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FCCADA-8CFD-EB59-8C44-ACFAC04DC6DD}"/>
                </a:ext>
              </a:extLst>
            </p:cNvPr>
            <p:cNvSpPr txBox="1"/>
            <p:nvPr/>
          </p:nvSpPr>
          <p:spPr>
            <a:xfrm>
              <a:off x="1070555" y="894177"/>
              <a:ext cx="52058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Routing along the level curves of the model  loss function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(training process in parameter space)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DCF079C-D43E-9E74-5CF7-3D4695F70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548317">
              <a:off x="5141808" y="1910253"/>
              <a:ext cx="2345552" cy="2345552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2C1FB1-626F-9F60-50DD-F1D209362CDC}"/>
                </a:ext>
              </a:extLst>
            </p:cNvPr>
            <p:cNvSpPr/>
            <p:nvPr/>
          </p:nvSpPr>
          <p:spPr>
            <a:xfrm>
              <a:off x="4726015" y="2159792"/>
              <a:ext cx="576072" cy="579685"/>
            </a:xfrm>
            <a:custGeom>
              <a:avLst/>
              <a:gdLst>
                <a:gd name="connsiteX0" fmla="*/ 0 w 576072"/>
                <a:gd name="connsiteY0" fmla="*/ 289843 h 579685"/>
                <a:gd name="connsiteX1" fmla="*/ 288036 w 576072"/>
                <a:gd name="connsiteY1" fmla="*/ 0 h 579685"/>
                <a:gd name="connsiteX2" fmla="*/ 576072 w 576072"/>
                <a:gd name="connsiteY2" fmla="*/ 289843 h 579685"/>
                <a:gd name="connsiteX3" fmla="*/ 288036 w 576072"/>
                <a:gd name="connsiteY3" fmla="*/ 579686 h 579685"/>
                <a:gd name="connsiteX4" fmla="*/ 0 w 576072"/>
                <a:gd name="connsiteY4" fmla="*/ 289843 h 579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72" h="579685" extrusionOk="0">
                  <a:moveTo>
                    <a:pt x="0" y="289843"/>
                  </a:moveTo>
                  <a:cubicBezTo>
                    <a:pt x="-19020" y="118035"/>
                    <a:pt x="101057" y="10472"/>
                    <a:pt x="288036" y="0"/>
                  </a:cubicBezTo>
                  <a:cubicBezTo>
                    <a:pt x="463646" y="3480"/>
                    <a:pt x="548786" y="130635"/>
                    <a:pt x="576072" y="289843"/>
                  </a:cubicBezTo>
                  <a:cubicBezTo>
                    <a:pt x="566265" y="459496"/>
                    <a:pt x="441672" y="609767"/>
                    <a:pt x="288036" y="579686"/>
                  </a:cubicBezTo>
                  <a:cubicBezTo>
                    <a:pt x="109513" y="569047"/>
                    <a:pt x="11062" y="455205"/>
                    <a:pt x="0" y="289843"/>
                  </a:cubicBezTo>
                  <a:close/>
                </a:path>
              </a:pathLst>
            </a:custGeom>
            <a:noFill/>
            <a:ln w="44450">
              <a:solidFill>
                <a:schemeClr val="tx2">
                  <a:lumMod val="75000"/>
                  <a:lumOff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3D9BE54-5F9A-4837-BAA1-FF468BCA6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201" y="2054364"/>
              <a:ext cx="1625600" cy="124044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483EDC-198D-CDDA-59B6-348EE2961B0D}"/>
                </a:ext>
              </a:extLst>
            </p:cNvPr>
            <p:cNvCxnSpPr/>
            <p:nvPr/>
          </p:nvCxnSpPr>
          <p:spPr>
            <a:xfrm flipV="1">
              <a:off x="7626531" y="2766752"/>
              <a:ext cx="3570514" cy="64773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FABB8ED-DB41-79F5-77F8-E47C7E8AB8F2}"/>
                    </a:ext>
                  </a:extLst>
                </p:cNvPr>
                <p:cNvSpPr txBox="1"/>
                <p:nvPr/>
              </p:nvSpPr>
              <p:spPr>
                <a:xfrm>
                  <a:off x="8140431" y="3351819"/>
                  <a:ext cx="28533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i="1" smtClean="0">
                            <a:latin typeface="Cambria Math" panose="02040503050406030204" pitchFamily="18" charset="0"/>
                          </a:rPr>
                          <m:t>𝜣</m:t>
                        </m:r>
                      </m:oMath>
                    </m:oMathPara>
                  </a14:m>
                  <a:endParaRPr lang="en-US" b="1" dirty="0"/>
                </a:p>
                <a:p>
                  <a:r>
                    <a:rPr lang="en-US" dirty="0"/>
                    <a:t> </a:t>
                  </a:r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FABB8ED-DB41-79F5-77F8-E47C7E8AB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0431" y="3351819"/>
                  <a:ext cx="285335" cy="553998"/>
                </a:xfrm>
                <a:prstGeom prst="rect">
                  <a:avLst/>
                </a:prstGeom>
                <a:blipFill>
                  <a:blip r:embed="rId11"/>
                  <a:stretch>
                    <a:fillRect l="-6383" r="-10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5375557-0F5D-12AC-B78C-3B6A1AAAA131}"/>
                </a:ext>
              </a:extLst>
            </p:cNvPr>
            <p:cNvCxnSpPr/>
            <p:nvPr/>
          </p:nvCxnSpPr>
          <p:spPr>
            <a:xfrm>
              <a:off x="9869808" y="2054364"/>
              <a:ext cx="160599" cy="928591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5B90C3F-FADA-A21A-9E38-A1844C5F5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2201" y="2982955"/>
              <a:ext cx="1758206" cy="31185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 w="lg" len="lg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3791E14A-5020-18F8-28F2-514451D09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25468" r="1"/>
            <a:stretch>
              <a:fillRect/>
            </a:stretch>
          </p:blipFill>
          <p:spPr>
            <a:xfrm rot="18784195" flipV="1">
              <a:off x="9642540" y="962343"/>
              <a:ext cx="933408" cy="1294243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666FE114-E114-C78C-2EA5-567378823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33741"/>
            <a:stretch>
              <a:fillRect/>
            </a:stretch>
          </p:blipFill>
          <p:spPr>
            <a:xfrm rot="16385498" flipH="1">
              <a:off x="10228563" y="2973503"/>
              <a:ext cx="857561" cy="1294243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F16CD5-A9A9-0F1B-3C47-3F98DBCF610A}"/>
                </a:ext>
              </a:extLst>
            </p:cNvPr>
            <p:cNvSpPr txBox="1"/>
            <p:nvPr/>
          </p:nvSpPr>
          <p:spPr>
            <a:xfrm rot="21041435">
              <a:off x="6629777" y="3113138"/>
              <a:ext cx="5205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ambria" panose="02040503050406030204" pitchFamily="18" charset="0"/>
                  <a:ea typeface="Cambria" panose="02040503050406030204" pitchFamily="18" charset="0"/>
                </a:rPr>
                <a:t>update direction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A8A1423-BEEE-2500-A2A0-FA4A06647E6A}"/>
                    </a:ext>
                  </a:extLst>
                </p:cNvPr>
                <p:cNvSpPr txBox="1"/>
                <p:nvPr/>
              </p:nvSpPr>
              <p:spPr>
                <a:xfrm rot="19302712">
                  <a:off x="8192724" y="2352902"/>
                  <a:ext cx="153433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𝛁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𝐝𝐢𝐬</m:t>
                            </m:r>
                          </m:e>
                          <m:sub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sub>
                        </m:sSub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sz="16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A8A1423-BEEE-2500-A2A0-FA4A06647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02712">
                  <a:off x="8192724" y="2352902"/>
                  <a:ext cx="1534331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345" t="-3191" r="-7175" b="-2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CE461AB-AC2E-5631-4D80-B55713A33B68}"/>
                </a:ext>
              </a:extLst>
            </p:cNvPr>
            <p:cNvSpPr txBox="1"/>
            <p:nvPr/>
          </p:nvSpPr>
          <p:spPr>
            <a:xfrm>
              <a:off x="10386251" y="888350"/>
              <a:ext cx="361149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Direction </a:t>
              </a:r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maximizing</a:t>
              </a:r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 the </a:t>
              </a:r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disagreement</a:t>
              </a:r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 between the reconstructed </a:t>
              </a:r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vector fields </a:t>
              </a:r>
              <a:r>
                <a:rPr lang="en-US" sz="16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in </a:t>
              </a:r>
              <a:r>
                <a:rPr lang="en-US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OOD points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7E6E09A-26EE-A658-8DCB-A94EAE55C720}"/>
                    </a:ext>
                  </a:extLst>
                </p:cNvPr>
                <p:cNvSpPr txBox="1"/>
                <p:nvPr/>
              </p:nvSpPr>
              <p:spPr>
                <a:xfrm>
                  <a:off x="8735937" y="4056154"/>
                  <a:ext cx="361149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Space of directions in which</a:t>
                  </a:r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a14:m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 </a:t>
                  </a:r>
                  <a:r>
                    <a:rPr lang="en-US" sz="16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can </a:t>
                  </a:r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move</a:t>
                  </a:r>
                  <a:r>
                    <a:rPr lang="en-US" sz="16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 </a:t>
                  </a:r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without changing </a:t>
                  </a:r>
                  <a:r>
                    <a:rPr lang="en-US" sz="16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the</a:t>
                  </a:r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 fit </a:t>
                  </a:r>
                  <a:r>
                    <a:rPr lang="en-US" sz="16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on </a:t>
                  </a:r>
                  <a:r>
                    <a:rPr lang="en-US" sz="1600" b="1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rPr>
                    <a:t>training trajectories</a:t>
                  </a: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7E6E09A-26EE-A658-8DCB-A94EAE55C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5937" y="4056154"/>
                  <a:ext cx="3611497" cy="830997"/>
                </a:xfrm>
                <a:prstGeom prst="rect">
                  <a:avLst/>
                </a:prstGeom>
                <a:blipFill>
                  <a:blip r:embed="rId13"/>
                  <a:stretch>
                    <a:fillRect t="-2190" b="-80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32F1D22-2514-1E95-ECA6-3A1D9B3FC0D7}"/>
                    </a:ext>
                  </a:extLst>
                </p:cNvPr>
                <p:cNvSpPr txBox="1"/>
                <p:nvPr/>
              </p:nvSpPr>
              <p:spPr>
                <a:xfrm rot="21070423">
                  <a:off x="10658545" y="2886512"/>
                  <a:ext cx="30187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32F1D22-2514-1E95-ECA6-3A1D9B3FC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70423">
                  <a:off x="10658545" y="2886512"/>
                  <a:ext cx="301878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10714" r="-5357" b="-40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496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Giampiccolo</dc:creator>
  <cp:lastModifiedBy>Stefano Giampiccolo</cp:lastModifiedBy>
  <cp:revision>3</cp:revision>
  <dcterms:created xsi:type="dcterms:W3CDTF">2025-07-11T08:18:46Z</dcterms:created>
  <dcterms:modified xsi:type="dcterms:W3CDTF">2025-07-11T12:51:37Z</dcterms:modified>
</cp:coreProperties>
</file>